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97316"/>
                </a:solidFill>
                <a:latin typeface="Calibri"/>
              </a:rPr>
              <a:t>PTIT-LEARNING  |  SESSION 10 - EX02</a:t>
            </a:r>
          </a:p>
          <a:p>
            <a:pPr>
              <a:spcAft>
                <a:spcPts val="1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Tính Năng Lớp Học Ảo &amp; Lộ Trình Học Tập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E2E8F0"/>
                </a:solidFill>
                <a:latin typeface="Calibri"/>
              </a:rPr>
              <a:t>Báo cáo thiết kế SRS và Flowchart chuẩn 3 vùng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FB923C"/>
                </a:solidFill>
                <a:latin typeface="Calibri"/>
              </a:rPr>
              <a:t>Thi Thành Đạt - N26DTCN041 - Lớp CNTT2 - thithanhdat111@gmail.com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97316"/>
                </a:solidFill>
                <a:latin typeface="Calibri"/>
              </a:rPr>
              <a:t>VÙNG 1 (HEADER)  |  MODULE HỌC TRỰC TUYẾN PTIT-LEARNING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Tính Năng Lớp Học Ảo Giúp Tương Tác Trực Tuyến Hiệu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F97316"/>
                </a:solidFill>
                <a:latin typeface="Calibri"/>
              </a:rPr>
              <a:t>01. TRUYỀN HÌNH &amp; BẢNG TRẮNG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Video HD đa điểm: </a:t>
            </a:r>
            <a:r>
              <a:rPr sz="1500">
                <a:solidFill>
                  <a:srgbClr val="E2E8F0"/>
                </a:solidFill>
                <a:latin typeface="Calibri"/>
              </a:rPr>
              <a:t>Hỗ trợ 100+ học viên trực tuyến ổn định cùng lúc.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Chia sẻ màn hình: </a:t>
            </a:r>
            <a:r>
              <a:rPr sz="1500">
                <a:solidFill>
                  <a:srgbClr val="E2E8F0"/>
                </a:solidFill>
                <a:latin typeface="Calibri"/>
              </a:rPr>
              <a:t>Trình chiếu bài giảng, cửa sổ code và tài liệu trực tiếp.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Bảng trắng tương tác: </a:t>
            </a:r>
            <a:r>
              <a:rPr sz="1500">
                <a:solidFill>
                  <a:srgbClr val="E2E8F0"/>
                </a:solidFill>
                <a:latin typeface="Calibri"/>
              </a:rPr>
              <a:t>Viết vẽ sơ đồ thuật toán và ghi chú thời gian thực.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F97316"/>
                </a:solidFill>
                <a:latin typeface="Calibri"/>
              </a:rPr>
              <a:t>02. TƯƠNG TÁC &amp; HỎI ĐÁP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Chat &amp; Q&amp;A tại lớp: </a:t>
            </a:r>
            <a:r>
              <a:rPr sz="1500">
                <a:solidFill>
                  <a:srgbClr val="E2E8F0"/>
                </a:solidFill>
                <a:latin typeface="Calibri"/>
              </a:rPr>
              <a:t>Tách riêng luồng câu hỏi giúp giảng viên dễ giải đáp.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Giơ tay phát biểu: </a:t>
            </a:r>
            <a:r>
              <a:rPr sz="1500">
                <a:solidFill>
                  <a:srgbClr val="E2E8F0"/>
                </a:solidFill>
                <a:latin typeface="Calibri"/>
              </a:rPr>
              <a:t>Cấp quyền bật mic và camera có kiểm soát cho sinh viên.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Bài tập nhanh (Poll): </a:t>
            </a:r>
            <a:r>
              <a:rPr sz="1500">
                <a:solidFill>
                  <a:srgbClr val="E2E8F0"/>
                </a:solidFill>
                <a:latin typeface="Calibri"/>
              </a:rPr>
              <a:t>Khảo sát mức độ hiểu bài ngay giữa buổi giảng.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F97316"/>
                </a:solidFill>
                <a:latin typeface="Calibri"/>
              </a:rPr>
              <a:t>03. ĐIỂM DANH &amp; GHI HÌNH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Điểm danh tự động: </a:t>
            </a:r>
            <a:r>
              <a:rPr sz="1500">
                <a:solidFill>
                  <a:srgbClr val="E2E8F0"/>
                </a:solidFill>
                <a:latin typeface="Calibri"/>
              </a:rPr>
              <a:t>Ghi nhận giờ vào/ra và tính điểm chuyên cần tự động.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Ghi hình buổi học: </a:t>
            </a:r>
            <a:r>
              <a:rPr sz="1500">
                <a:solidFill>
                  <a:srgbClr val="E2E8F0"/>
                </a:solidFill>
                <a:latin typeface="Calibri"/>
              </a:rPr>
              <a:t>Lưu trữ video HD để sinh viên xem lại mọi lúc mọi nơi.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Đồng bộ 200 khóa học: </a:t>
            </a:r>
            <a:r>
              <a:rPr sz="1500">
                <a:solidFill>
                  <a:srgbClr val="E2E8F0"/>
                </a:solidFill>
                <a:latin typeface="Calibri"/>
              </a:rPr>
              <a:t>Xuất báo cáo chuyên cần sang Excel phục vụ lọc tự động.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Calibri"/>
              </a:rPr>
              <a:t>VÙNG 3 (FOOTER)  |  </a:t>
            </a:r>
            <a:r>
              <a:rPr sz="1400">
                <a:solidFill>
                  <a:srgbClr val="E2E8F0"/>
                </a:solidFill>
                <a:latin typeface="Calibri"/>
              </a:rPr>
              <a:t>SV: Thi Thành Đạt - MSSV: N26DTCN041 - Lớp: CNTT2 - PTIT-Learning   (Slide 2/4)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97316"/>
                </a:solidFill>
                <a:latin typeface="Calibri"/>
              </a:rPr>
              <a:t>VÙNG 1 (HEADER)  |  SƠ ĐỒ LUỒNG QUY TRÌNH ĐÀO TẠO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Lộ Trình Học Tập Trực Tuyến Thể Hiện Bằng Flowchart 4 Bước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2331720" cy="3520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2468880"/>
            <a:ext cx="1874519" cy="475488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32888"/>
            <a:ext cx="1783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BƯỚC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108960"/>
            <a:ext cx="1929384" cy="2468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B923C"/>
                </a:solidFill>
                <a:latin typeface="Calibri"/>
              </a:rPr>
              <a:t>Đăng Ký &amp; Xếp Lớp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Học viên đăng ký từ 4 nguồn (Web, FB, Form, Zalo) và chuẩn hóa tên bằng hàm TRIM.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36391" y="3749039"/>
            <a:ext cx="320040" cy="384048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9583" y="2240280"/>
            <a:ext cx="2331720" cy="3520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58183" y="2468880"/>
            <a:ext cx="1874519" cy="475488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3" y="2532888"/>
            <a:ext cx="1783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BƯỚC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1" y="3108960"/>
            <a:ext cx="1929384" cy="2468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B923C"/>
                </a:solidFill>
                <a:latin typeface="Calibri"/>
              </a:rPr>
              <a:t>Vào Lớp Học Ảo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Nhận link phòng học, hệ thống tự động điểm danh giờ vào và mở luồng Video HD.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34455" y="3749039"/>
            <a:ext cx="320040" cy="384048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7647" y="2240280"/>
            <a:ext cx="2331720" cy="3520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56247" y="2468880"/>
            <a:ext cx="1874519" cy="475488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7" y="2532888"/>
            <a:ext cx="1783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BƯỚC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5" y="3108960"/>
            <a:ext cx="1929384" cy="2468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B923C"/>
                </a:solidFill>
                <a:latin typeface="Calibri"/>
              </a:rPr>
              <a:t>Tương Tác &amp; Học Tập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Nghe giảng, thảo luận trên Bảng trắng, hỏi đáp Q&amp;A và làm bài kiểm tra nhanh.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19" y="3749039"/>
            <a:ext cx="320040" cy="384048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5712" y="2240280"/>
            <a:ext cx="2331720" cy="3520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54312" y="2468880"/>
            <a:ext cx="1874519" cy="475488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2532888"/>
            <a:ext cx="1783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BƯỚC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108960"/>
            <a:ext cx="1929384" cy="2468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B923C"/>
                </a:solidFill>
                <a:latin typeface="Calibri"/>
              </a:rPr>
              <a:t>Đánh Giá &amp; Tổng Kết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Tính điểm chuyên cần (lọc cảnh báo nếu &lt; 7), xem lại video ghi hình và cấp chứng chỉ.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Calibri"/>
              </a:rPr>
              <a:t>VÙNG 3 (FOOTER)  |  </a:t>
            </a:r>
            <a:r>
              <a:rPr sz="1400">
                <a:solidFill>
                  <a:srgbClr val="E2E8F0"/>
                </a:solidFill>
                <a:latin typeface="Calibri"/>
              </a:rPr>
              <a:t>SV: Thi Thành Đạt - MSSV: N26DTCN041 - Lớp: CNTT2 - PTIT-Learning   (Slide 3/4)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865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Cảm Ơn Giảng Viên Đã Theo Dõi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PTIT-Learning - Đồng hành cùng bạn trên hành trình tri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>
                <a:solidFill>
                  <a:srgbClr val="E2E8F0"/>
                </a:solidFill>
                <a:latin typeface="Calibri"/>
              </a:rPr>
              <a:t>Sinh viên thực hiện: Thi Thành Đạt - MSSV: N26DTCN041 - Lớp: CNTT2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